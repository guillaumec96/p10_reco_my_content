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00000"/>
                </a:solidFill>
              </a:defRPr>
            </a:pPr>
            <a:r>
              <a:t>Système de Recommandation Hybride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My Content - Optimisation &amp; Déploiement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My Content - Portail d'actualités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Challenge: Recommander des articles pertinents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322,897 utilisateurs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2,872,899 interactions filtrées (règle 30s)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44,692 articles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Objectifs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Système hybride combinant 3 approches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Optimisation mémoire (&lt; 30 GB)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Déploiement cloud production-ready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API avec latence &lt; 1 seconde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Pipeline de données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1. Preprocessing: Matrices sparse (4.4 MB vs 600 GB dense)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2. Enrichissement: 9 signaux de qualité d'engagement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3. Matrice pondérée: Weights au lieu de counts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4. Modèles Lite: 86 MB (réduction 96%)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Déploiement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Azure Functions Consumption Plan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Runtime: Python 3.11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Region: France Central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Endpoint: func-mycontent-reco-1269.azurewebsites.net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Système Hybride - 3 Approches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1. Content-Based (39%)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Similarité cosine sur embeddings 250D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Boost catégories préférées (+10% max)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2. Collaborative Filtering (36%)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Top 50 utilisateurs similaires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Agrégation pondérée par interaction_weight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3. Temporal Scoring (25%)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Popularité + Temporal decay (half-life 7 jours)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Crucial pour actualités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Optimisation Bayésienne des Poids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Fonction objectif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Maximiser le temps de lecture (sans temps fantômes &lt; 30s)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30 trials Optuna TPE avec early stopping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Hyperparamètres optimisés: Poids hybrides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Content-Based: 39% (similarité embeddings)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Collaborative: 36% (utilisateurs similaires)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Temporal: 25% (fraîcheur articles)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9 signaux de qualité (features fixes)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Utilisés lors du preprocessing pour pondérer les interactions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Temps lecture, Clicks, Session, Device, OS, Pays...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Optimisation: 9 Signaux de Qualité d'Engagement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000000"/>
                </a:solidFill>
              </a:defRPr>
            </a:pPr>
            <a:r>
              <a:t>Au lieu de simples counts, on calcule un score 0-1: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Signaux comportementaux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Temps de lecture (pondération 40%)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Nombre de clicks (30%)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Qualité de session (10%)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Signaux contextuels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Type de device (Desktop &gt; Mobile)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Système d'exploitation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Pays, Région, Referrer, Environnement (app/web)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Score moyen: 0.353 (range 0.29-0.81)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Filtre de Qualité: Seuil 30 Secondes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Problématique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Interactions &lt; 30s = Bruit dans les données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Clics accidentels, bounces, previews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Besoin de filtrer pour garder vraies lectures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Impact du filtrage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Avant: 2,872,899 interactions brutes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Après: 2,420,134 interactions qualité (filtrage 15.7%)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452,765 interactions &lt; 30s supprimées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Résultat: Recommandations basées sur engagement réel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Défi: Optimisation Mémoire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Challenge initial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Versions 1-7: &gt; 40 GB (échec)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Limite serveur: 30 GB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Solution V8 (succès)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Traitement par batches de 50 fichiers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Chunks de 5,000 utilisateurs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Libération mémoire après chaque batch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Parallélisation contrôlée (12 threads)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Résultat final</a:t>
            </a: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4.99 GB / 30 GB (réduction 87.5%)</a:t>
            </a: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Temps: 7 min 48s pour tout le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Pipeline Complet Automatisé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Exécution en local - 7 étapes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1. Vérification prérequis (Python, dépendances)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2. Exploration (364,047 articles, 461 catégories)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3. Preprocessing (matrices sparse + profils)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4. Enrichissement (9 signaux, 385 fichiers)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5. Matrice pondérée (9.0 MB)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6. Modèles Lite (86 MB)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7. Validation + Rapport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Avantages vs Kaggle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Reproductible (script bash unique)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Logs détaillés automatiques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Pas de limite de temps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Résultats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Modèles générés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Matrice: (160,377 × 37,891) = 2,420,134 interactions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Sparsité: 99.96%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Profils enrichis: 322,897 utilisateurs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Performance API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Latence moyenne: 650ms (warm)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Cold start: 715ms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Objectif à terme: &lt; 200ms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Modèles Lite (déploiement)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86 MB (vs 2.6 GB complets)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10,000 utilisateurs échantillonnés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Impact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Modèle de revenus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Publicités pop-up: 1 toutes les 3.55 min (médiane)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CPM: 6€ pour les publicités interstitielles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322,897 utilisateurs (dataset complet)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Résultats (données réelles)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Sans recommandation: 8,975€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Avec recommandation: 16,425€</a:t>
            </a: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Gain: +7,450€ (+83% temps passé)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ROI Infrastructure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Coût MVP (Consumption): 122€/an</a:t>
            </a:r>
          </a:p>
          <a:p>
            <a:pPr>
              <a:spcBef>
                <a:spcPts val="400"/>
              </a:spcBef>
              <a:defRPr sz="1700" b="1">
                <a:solidFill>
                  <a:srgbClr val="000000"/>
                </a:solidFill>
              </a:defRPr>
            </a:pPr>
            <a:r>
              <a:t>ROI net: +6,009% (7,450€ gain - 122€ coût)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Démonstration - Application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Interface interactive développée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Sélection utilisateur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4 stratégies prédéfinies (Équilibrée, Personnalisée, Trending, Similaires)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Mode avancé avec sliders de poids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Interprétabilité complète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Profil utilisateur (articles lus, clicks, temps)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Catégories préférées vs recommandées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Noms de catégories (150+ mappés)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Visualisations Plotly (scores, distribution, temporalité)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Export CSV/JSON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Difficultés Techniques Surmontées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1. Optimisation mémoire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7 versions échouées avant V8 (4.99 GB)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Solution: Batching + chunking + libération mémoire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2. Latence API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650ms vs objectif 200ms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Acceptable pour MVP, optimisations futures identifiées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3. Couverture utilisateurs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Modèles Lite: 10k users seulement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Solution future: Fallback sur recommandations populaires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Livrables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Code &amp; Documentation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Pipeline complet automatisé (run_pipeline_complet.sh)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API Azure Functions déployée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Application Streamlit (démonstration)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Documentation technique exhaustive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Modèles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Modèles complets (2.6 GB)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Modèles Lite déployés (86 MB)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Profils enrichis 322k utilisateurs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Tests &amp; Validation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Tests API (7 tests fonctionnels)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Rapport de tests détaillé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Perspectives d'Amélioration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Court terme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Optimisation latence (profiling + cache)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Azure Premium Plan (&lt; 200ms)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Fallback recommandations populaires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Moyen terme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Features supplémentaires (geo, session complète)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A/B testing en production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Feedback utilisateurs (clicks réels)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Long terme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Learning-to-Rank (LightGBM)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Deep Learning (BERT4Rec, Transformers)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Personnalisation temps réel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Réalisations clés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Système hybride optimisé (39/36/25)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Optimisation mémoire réussie (87.5% réduction)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Déploiement Azure fonctionnel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ROI exceptionnel: +6,009%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Pipeline reproductible et automatisé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Points forts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Optimisation Optuna: poids hybrides (39/36/25)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Target: temps de lecture (sans temps fantômes)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Interprétabilité complète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Documentation exhaustive + Application démo</a:t>
            </a:r>
          </a:p>
          <a:p>
            <a:pPr>
              <a:defRPr sz="1700" b="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000000"/>
                </a:solidFill>
              </a:defRPr>
            </a:pPr>
            <a:r>
              <a:t>Prêt pour production My 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00000"/>
                </a:solidFill>
              </a:defRPr>
            </a:pPr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